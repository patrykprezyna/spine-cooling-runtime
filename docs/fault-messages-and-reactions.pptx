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ault reactions" id="{f8d704ed-e0da-5693-0ce5-62121a0f3375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faults enter Error, stop the pump, and turn the compressor off. Acknowledge returns to Ready. Message faults only show a yellow banner. If several stop faults are active, only the highest-priority one is latched. Source: src/fault_catalog.py, src/safety_rules.py, src/main.py.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order when several stop faults are active: I/O, level, cartridge, fridge, leak, CSF low, heat exchanger, cooling ineffective. Only the first one is latched.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from config.yaml: Body Temp 28 C, Plate 1 -10 C, leak debounce 0.5 s, cooling ineffective 600 s and 0.2 C. leak_detection_enabled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USB stick not present is written once per session. A missing stick does not also raise the USB storage warning. Simulation skips USB presence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9552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459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459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95528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reactions</a:t>
            </a:r>
            <a:endParaRPr lang="en-US" sz="3600" dirty="0"/>
          </a:p>
        </p:txBody>
      </p:sp>
      <p:sp>
        <p:nvSpPr>
          <p:cNvPr id="4" name="STOP card"/>
          <p:cNvSpPr/>
          <p:nvPr/>
        </p:nvSpPr>
        <p:spPr>
          <a:xfrm>
            <a:off x="457200" y="1051560"/>
            <a:ext cx="3977640" cy="2999232"/>
          </a:xfrm>
          <a:prstGeom prst="roundRect">
            <a:avLst>
              <a:gd name="adj" fmla="val 2439"/>
            </a:avLst>
          </a:prstGeom>
          <a:solidFill>
            <a:srgbClr val="F8E8E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13232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faults stop the session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029968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Error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stops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turns off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error chip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returns to Ready</a:t>
            </a:r>
            <a:endParaRPr lang="en-US" sz="1600" dirty="0"/>
          </a:p>
        </p:txBody>
      </p:sp>
      <p:sp>
        <p:nvSpPr>
          <p:cNvPr id="8" name="MESSAGE card"/>
          <p:cNvSpPr/>
          <p:nvPr/>
        </p:nvSpPr>
        <p:spPr>
          <a:xfrm>
            <a:off x="4709160" y="1051560"/>
            <a:ext cx="3977640" cy="2999232"/>
          </a:xfrm>
          <a:prstGeom prst="roundRect">
            <a:avLst>
              <a:gd name="adj" fmla="val 2439"/>
            </a:avLst>
          </a:prstGeom>
          <a:solidFill>
            <a:srgbClr val="E5F2F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65192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65192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33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warnings leave it running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965192" y="2029968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keeps running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stays 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warning banner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3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clears when the cause clears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3425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5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defect and battery low have no live reading yet. Leak detection is off in config.yaml.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459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95528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faults, highest priority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5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reaction: enter Error, stop the pump, and turn the compressor off. Acknowledge returns to Ready.</a:t>
            </a:r>
            <a:endParaRPr lang="en-US" sz="1400" dirty="0"/>
          </a:p>
        </p:txBody>
      </p:sp>
      <p:graphicFrame>
        <p:nvGraphicFramePr>
          <p:cNvPr id="3" name="Fa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468880"/>
                <a:gridCol w="2907792"/>
                <a:gridCol w="22860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trips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read 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sensor read throws. The chip shows the exception text.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immediately. The next failed read trips again.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sensor failure detected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or pumping, and a level switch is not OK.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level switches read OK.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removed during 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or pumping, and the cartridge is not seated.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switch reads 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Fridge defect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fridge-defect flag. The live tick leaves that flag empty.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defect flag clears.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459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95528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faults, continued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5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reaction: enter Error, stop the pump, and turn the compressor off. Acknowledge returns to Ready.</a:t>
            </a:r>
            <a:endParaRPr lang="en-US" sz="1400" dirty="0"/>
          </a:p>
        </p:txBody>
      </p:sp>
      <p:graphicFrame>
        <p:nvGraphicFramePr>
          <p:cNvPr id="4" name="Fa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468880"/>
                <a:gridCol w="2907792"/>
                <a:gridCol w="22860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trips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line stays low for 0.5 s. Detection is off in config.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leak sensor reads dry.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CSF low temp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or pumping, and Body Temp is below 28 °C.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Temp is at least 28 °C.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exchanger too cold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or pumping, and Plate 1 is below -10 °C.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1 is at least -10 °C.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ineffective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and compressor on, Body Temp falls under 0.2 °C in 10 min.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tick. Stopping the pump clears the rule.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459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955280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5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reaction: yellow banner only. The session keeps running. No acknowledge.</a:t>
            </a:r>
            <a:endParaRPr lang="en-US" sz="1400" dirty="0"/>
          </a:p>
        </p:txBody>
      </p:sp>
      <p:graphicFrame>
        <p:nvGraphicFramePr>
          <p:cNvPr id="5" name="War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265176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trips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7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charge below 20%. The live tick leaves battery percent empty.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Banner. Session continues.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stick not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logging is on and no SPINELOGS stick is mounted.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Banner. Logged once per session.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card storage below 1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local logs disk has under 1 GB free.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Banner. Clears once 1 GB is free.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stick storage below 1 GB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mounted stick has under 1 GB free.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3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Banner. Clears once 1 GB is free.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459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l Spine">
  <a:themeElements>
    <a:clrScheme name="Cool Spine">
      <a:dk1>
        <a:srgbClr val="1A3338"/>
      </a:dk1>
      <a:lt1>
        <a:srgbClr val="FFFFFF"/>
      </a:lt1>
      <a:dk2>
        <a:srgbClr val="245962"/>
      </a:dk2>
      <a:lt2>
        <a:srgbClr val="F3F6F7"/>
      </a:lt2>
      <a:accent1>
        <a:srgbClr val="0E6E78"/>
      </a:accent1>
      <a:accent2>
        <a:srgbClr val="B5522A"/>
      </a:accent2>
      <a:accent3>
        <a:srgbClr val="8A6410"/>
      </a:accent3>
      <a:accent4>
        <a:srgbClr val="1F4E57"/>
      </a:accent4>
      <a:accent5>
        <a:srgbClr val="E5F2F3"/>
      </a:accent5>
      <a:accent6>
        <a:srgbClr val="F8E8E0"/>
      </a:accent6>
      <a:hlink>
        <a:srgbClr val="0E6E78"/>
      </a:hlink>
      <a:folHlink>
        <a:srgbClr val="245962"/>
      </a:folHlink>
    </a:clrScheme>
    <a:fontScheme name="Cool Sp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Fault messages and reactions</dc:title>
  <dc:subject>Cool Spine fault catalog for the operator presentation</dc:subject>
  <dc:creator>Cool Spine</dc:creator>
  <cp:lastModifiedBy>Cool Spine</cp:lastModifiedBy>
  <cp:revision>1</cp:revision>
  <dcterms:created xsi:type="dcterms:W3CDTF">2026-10-20T19:12:43Z</dcterms:created>
  <dcterms:modified xsi:type="dcterms:W3CDTF">2026-10-20T19:12:43Z</dcterms:modified>
</cp:coreProperties>
</file>